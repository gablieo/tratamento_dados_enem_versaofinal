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0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77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14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0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1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7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7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0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2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5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75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106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2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494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39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32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91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4" r:id="rId14"/>
    <p:sldLayoutId id="2147483935" r:id="rId15"/>
    <p:sldLayoutId id="2147483936" r:id="rId16"/>
    <p:sldLayoutId id="21474839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D4A1D-3271-409A-A65E-661AF4B88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753626"/>
            <a:ext cx="5334930" cy="3004145"/>
          </a:xfrm>
        </p:spPr>
        <p:txBody>
          <a:bodyPr>
            <a:normAutofit fontScale="90000"/>
          </a:bodyPr>
          <a:lstStyle/>
          <a:p>
            <a:endParaRPr lang="pt-BR" sz="5600"/>
          </a:p>
          <a:p>
            <a:r>
              <a:rPr lang="pt-BR" sz="5600"/>
              <a:t>Estudo dos Dados do Enem 2019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E0BC8A-C31B-49AA-90B3-326CF4C11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5" y="3849845"/>
            <a:ext cx="5334931" cy="2189214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sz="2800" dirty="0"/>
              <a:t>AM X Brasil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13A89-52B5-2F25-B894-B3A527A2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7" r="622" b="-2"/>
          <a:stretch>
            <a:fillRect/>
          </a:stretch>
        </p:blipFill>
        <p:spPr>
          <a:xfrm>
            <a:off x="9993330" y="753626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602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21C19-235E-4A5A-AB3E-9AFBDC0F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530E858-721C-4950-A4A4-6F8E25839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1959"/>
            <a:ext cx="12191999" cy="6869959"/>
          </a:xfrm>
        </p:spPr>
      </p:pic>
    </p:spTree>
    <p:extLst>
      <p:ext uri="{BB962C8B-B14F-4D97-AF65-F5344CB8AC3E}">
        <p14:creationId xmlns:p14="http://schemas.microsoft.com/office/powerpoint/2010/main" val="4029098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EB8DD-FCEC-4154-9F9B-88ED42BD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80556FD-01C9-4AF7-B68D-3561C28DD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2595"/>
          </a:xfrm>
        </p:spPr>
      </p:pic>
    </p:spTree>
    <p:extLst>
      <p:ext uri="{BB962C8B-B14F-4D97-AF65-F5344CB8AC3E}">
        <p14:creationId xmlns:p14="http://schemas.microsoft.com/office/powerpoint/2010/main" val="195131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7B0BB-3C1B-4140-9344-0611F7644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CFA3FC2-0356-4393-87A4-8AD504A73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7343"/>
          </a:xfrm>
        </p:spPr>
      </p:pic>
    </p:spTree>
    <p:extLst>
      <p:ext uri="{BB962C8B-B14F-4D97-AF65-F5344CB8AC3E}">
        <p14:creationId xmlns:p14="http://schemas.microsoft.com/office/powerpoint/2010/main" val="376677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33917-17B5-46D0-B66B-55990916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FE4BDF0-4636-42AC-A685-0201B6128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61090"/>
          </a:xfrm>
        </p:spPr>
      </p:pic>
    </p:spTree>
    <p:extLst>
      <p:ext uri="{BB962C8B-B14F-4D97-AF65-F5344CB8AC3E}">
        <p14:creationId xmlns:p14="http://schemas.microsoft.com/office/powerpoint/2010/main" val="220969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6151D-BD94-4D26-8E33-0BD156A2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59F6EDE-0B36-453A-A941-9F1CB23E5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76533"/>
          </a:xfrm>
        </p:spPr>
      </p:pic>
    </p:spTree>
    <p:extLst>
      <p:ext uri="{BB962C8B-B14F-4D97-AF65-F5344CB8AC3E}">
        <p14:creationId xmlns:p14="http://schemas.microsoft.com/office/powerpoint/2010/main" val="196113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E1A34-2831-4985-8D7D-2F7C59FC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5EB238B-84F5-4894-9CDE-B9D5CB13C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364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B8F96-22CF-443E-A4C3-2DB06A88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FFC1EE4-CB9E-41AF-B53C-2B2E9662D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9865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9CDAF-822F-4419-B67E-23E7D44B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E6BC81B-E012-4815-A2C1-6DB61FBA6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80667"/>
          </a:xfrm>
        </p:spPr>
      </p:pic>
    </p:spTree>
    <p:extLst>
      <p:ext uri="{BB962C8B-B14F-4D97-AF65-F5344CB8AC3E}">
        <p14:creationId xmlns:p14="http://schemas.microsoft.com/office/powerpoint/2010/main" val="151150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D2109-78E5-46DE-B618-B8AAFDD7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ABE4E53-BF06-46D2-B9B7-FEB32387E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15296" cy="6858000"/>
          </a:xfrm>
        </p:spPr>
      </p:pic>
    </p:spTree>
    <p:extLst>
      <p:ext uri="{BB962C8B-B14F-4D97-AF65-F5344CB8AC3E}">
        <p14:creationId xmlns:p14="http://schemas.microsoft.com/office/powerpoint/2010/main" val="100268506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58</TotalTime>
  <Words>9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Fatia</vt:lpstr>
      <vt:lpstr> Estudo dos Dados do Enem 2019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Estudo dos Dados do Enem 2019</dc:title>
  <dc:creator>USER</dc:creator>
  <cp:lastModifiedBy>USER</cp:lastModifiedBy>
  <cp:revision>1</cp:revision>
  <dcterms:created xsi:type="dcterms:W3CDTF">2026-03-09T02:04:58Z</dcterms:created>
  <dcterms:modified xsi:type="dcterms:W3CDTF">2026-03-09T03:03:23Z</dcterms:modified>
</cp:coreProperties>
</file>