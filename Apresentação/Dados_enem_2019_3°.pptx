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0" r:id="rId1"/>
  </p:sldMasterIdLst>
  <p:sldIdLst>
    <p:sldId id="256" r:id="rId2"/>
    <p:sldId id="265" r:id="rId3"/>
    <p:sldId id="266" r:id="rId4"/>
    <p:sldId id="269" r:id="rId5"/>
    <p:sldId id="267" r:id="rId6"/>
    <p:sldId id="268" r:id="rId7"/>
    <p:sldId id="270" r:id="rId8"/>
    <p:sldId id="271" r:id="rId9"/>
    <p:sldId id="272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77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14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03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1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7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7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0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6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2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5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75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106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20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494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39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32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91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  <p:sldLayoutId id="2147483934" r:id="rId14"/>
    <p:sldLayoutId id="2147483935" r:id="rId15"/>
    <p:sldLayoutId id="2147483936" r:id="rId16"/>
    <p:sldLayoutId id="21474839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D4A1D-3271-409A-A65E-661AF4B88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753626"/>
            <a:ext cx="5334930" cy="3004145"/>
          </a:xfrm>
        </p:spPr>
        <p:txBody>
          <a:bodyPr>
            <a:normAutofit fontScale="90000"/>
          </a:bodyPr>
          <a:lstStyle/>
          <a:p>
            <a:endParaRPr lang="pt-BR" sz="5600"/>
          </a:p>
          <a:p>
            <a:r>
              <a:rPr lang="pt-BR" sz="5600"/>
              <a:t>Estudo dos Dados do Enem 2019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E0BC8A-C31B-49AA-90B3-326CF4C11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5" y="3849845"/>
            <a:ext cx="5334931" cy="2189214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sz="2800" dirty="0"/>
              <a:t>AM X Brasil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513A89-52B5-2F25-B894-B3A527A25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7" r="622" b="-2"/>
          <a:stretch>
            <a:fillRect/>
          </a:stretch>
        </p:blipFill>
        <p:spPr>
          <a:xfrm>
            <a:off x="9993330" y="753626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602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94BD5D-ACC6-4878-82B3-40867D42E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545" y="194735"/>
            <a:ext cx="8534400" cy="3615267"/>
          </a:xfrm>
        </p:spPr>
        <p:txBody>
          <a:bodyPr>
            <a:normAutofit/>
          </a:bodyPr>
          <a:lstStyle/>
          <a:p>
            <a:r>
              <a:rPr lang="pt-BR" sz="2400" b="1" dirty="0"/>
              <a:t>Valores Nulos:</a:t>
            </a:r>
          </a:p>
          <a:p>
            <a:pPr marL="0" indent="0">
              <a:buNone/>
            </a:pPr>
            <a:r>
              <a:rPr lang="pt-BR" sz="2400" dirty="0"/>
              <a:t>Foi realizada uma análise inicial para identificar valores nulos no </a:t>
            </a:r>
            <a:r>
              <a:rPr lang="pt-BR" sz="2400" dirty="0" err="1"/>
              <a:t>dataset</a:t>
            </a:r>
            <a:r>
              <a:rPr lang="pt-BR" sz="2400" dirty="0"/>
              <a:t>, especialmente nas colunas relacionadas às notas e às informações escolares.</a:t>
            </a:r>
          </a:p>
          <a:p>
            <a:pPr marL="0" indent="0">
              <a:buNone/>
            </a:pPr>
            <a:r>
              <a:rPr lang="pt-BR" sz="2400" dirty="0"/>
              <a:t>Nulos que representam ausência na prova não foram retirados, por exemplo nas colunas NU_NOTA_MT ou NU_NOTA_CH. Para esses casos foi criada a coluna FALTOU.</a:t>
            </a:r>
          </a:p>
        </p:txBody>
      </p:sp>
    </p:spTree>
    <p:extLst>
      <p:ext uri="{BB962C8B-B14F-4D97-AF65-F5344CB8AC3E}">
        <p14:creationId xmlns:p14="http://schemas.microsoft.com/office/powerpoint/2010/main" val="232065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C0EF72-9177-442B-B2EB-172643A3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546" y="143933"/>
            <a:ext cx="8534400" cy="3615267"/>
          </a:xfrm>
        </p:spPr>
        <p:txBody>
          <a:bodyPr/>
          <a:lstStyle/>
          <a:p>
            <a:r>
              <a:rPr lang="pt-BR" sz="2400" b="1" dirty="0"/>
              <a:t>Tratamento de faltantes na prova:</a:t>
            </a:r>
          </a:p>
          <a:p>
            <a:pPr marL="0" indent="0">
              <a:buNone/>
            </a:pPr>
            <a:r>
              <a:rPr lang="pt-BR" sz="2400" dirty="0"/>
              <a:t>Foi criada uma variável para identificar estudantes que não compareceram às provas, permitindo separar ausência de dados de ausência de participação.</a:t>
            </a:r>
          </a:p>
          <a:p>
            <a:pPr marL="0" indent="0">
              <a:buNone/>
            </a:pPr>
            <a:r>
              <a:rPr lang="pt-BR" sz="2400" b="1" dirty="0" err="1"/>
              <a:t>True</a:t>
            </a:r>
            <a:r>
              <a:rPr lang="pt-BR" sz="2400" b="1" dirty="0"/>
              <a:t>: Faltou</a:t>
            </a:r>
            <a:br>
              <a:rPr lang="pt-BR" sz="2400" b="1" dirty="0"/>
            </a:br>
            <a:r>
              <a:rPr lang="pt-BR" sz="2400" b="1" dirty="0"/>
              <a:t>False: Presença.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38B3A8A-CD9E-4C81-A28A-2D87F35E58A0}"/>
              </a:ext>
            </a:extLst>
          </p:cNvPr>
          <p:cNvSpPr txBox="1"/>
          <p:nvPr/>
        </p:nvSpPr>
        <p:spPr>
          <a:xfrm>
            <a:off x="2250547" y="3389868"/>
            <a:ext cx="142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Numérico: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2CF719A-28A2-4366-BF1E-168A19CA710C}"/>
              </a:ext>
            </a:extLst>
          </p:cNvPr>
          <p:cNvSpPr txBox="1"/>
          <p:nvPr/>
        </p:nvSpPr>
        <p:spPr>
          <a:xfrm>
            <a:off x="8103217" y="3381400"/>
            <a:ext cx="170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Percentual: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D2F7260-FA02-4B80-BE7F-D3AA68C2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032" y="3759200"/>
            <a:ext cx="4508639" cy="156775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225A8DA-F204-4A36-8527-6ADF7C1CA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34" y="3759200"/>
            <a:ext cx="4326466" cy="15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48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28B6C-0532-4230-B27B-1C677A1E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88C44050-29B5-4193-B055-ACE08708A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00D329D-874C-4944-995E-7750E032E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6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5F0DB4-5E4F-43F9-B555-C757D9609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0"/>
            <a:ext cx="8534400" cy="3615267"/>
          </a:xfrm>
        </p:spPr>
        <p:txBody>
          <a:bodyPr/>
          <a:lstStyle/>
          <a:p>
            <a:r>
              <a:rPr lang="pt-BR" sz="2400" b="1" dirty="0"/>
              <a:t>Filtragem para análise de notas:</a:t>
            </a:r>
          </a:p>
          <a:p>
            <a:pPr marL="0" indent="0">
              <a:buNone/>
            </a:pPr>
            <a:r>
              <a:rPr lang="pt-BR" sz="2400" dirty="0"/>
              <a:t>Para análise de desempenho, foram considerados apenas os participantes que realizaram todas as provas e possuíam notas válidas.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A66096-F3B9-46B0-A1EB-F905449AF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2796945"/>
            <a:ext cx="3391373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2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2F9502-483B-4662-91D5-937176A0F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Criação de novas variáveis:</a:t>
            </a:r>
          </a:p>
          <a:p>
            <a:pPr marL="0" indent="0">
              <a:buNone/>
            </a:pPr>
            <a:r>
              <a:rPr lang="pt-BR" dirty="0"/>
              <a:t>NOTA_TOTAL;</a:t>
            </a:r>
          </a:p>
          <a:p>
            <a:pPr marL="0" indent="0">
              <a:buNone/>
            </a:pPr>
            <a:r>
              <a:rPr lang="pt-BR" dirty="0"/>
              <a:t>MEDIA_NOTAS;</a:t>
            </a:r>
          </a:p>
          <a:p>
            <a:pPr marL="0" indent="0">
              <a:buNone/>
            </a:pPr>
            <a:r>
              <a:rPr lang="pt-BR" dirty="0"/>
              <a:t>RENDA;</a:t>
            </a:r>
          </a:p>
          <a:p>
            <a:pPr marL="0" indent="0">
              <a:buNone/>
            </a:pPr>
            <a:r>
              <a:rPr lang="pt-BR" dirty="0"/>
              <a:t>GRUPO_AM.</a:t>
            </a:r>
          </a:p>
          <a:p>
            <a:r>
              <a:rPr lang="pt-BR" dirty="0"/>
              <a:t>Tradução de variáveis categóricas:</a:t>
            </a:r>
          </a:p>
          <a:p>
            <a:pPr marL="0" indent="0">
              <a:buNone/>
            </a:pPr>
            <a:r>
              <a:rPr lang="pt-BR" dirty="0"/>
              <a:t>Q006 → renda familiar;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728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34996-1ABD-4651-9F94-67FF2482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8B6E8FC9-EDD3-470A-850E-7C2AA2AF6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210983" cy="6858001"/>
          </a:xfrm>
        </p:spPr>
      </p:pic>
    </p:spTree>
    <p:extLst>
      <p:ext uri="{BB962C8B-B14F-4D97-AF65-F5344CB8AC3E}">
        <p14:creationId xmlns:p14="http://schemas.microsoft.com/office/powerpoint/2010/main" val="1622865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9D292-7331-404A-8391-28633BCD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8F58D-CCE2-4779-A1CD-3D2C6B828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2EAED2-2C5B-4B9D-A8A0-2ED1496C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8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68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437BC-3F96-4A75-B9E0-ED9DA1D0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54273F-3CE3-434F-8EA1-781F3A2B6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0355E6-E8FC-45EC-9CAD-94641AED7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54"/>
            <a:ext cx="12192000" cy="686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AB455-EED8-4CD3-95B0-01A3579B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D0CB1D-2E92-4C35-9CF7-7A544558C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8A4406-7DDF-4DDA-81C7-954580290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27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9824D-AFEE-47C4-8B7E-28942050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D594FE-49D7-4794-A6C7-A23773E92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2608AE1-811E-468A-B05A-72BAD68D7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15463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868</TotalTime>
  <Words>167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Fatia</vt:lpstr>
      <vt:lpstr> Estudo dos Dados do Enem 2019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Estudo dos Dados do Enem 2019</dc:title>
  <dc:creator>USER</dc:creator>
  <cp:lastModifiedBy>USER</cp:lastModifiedBy>
  <cp:revision>4</cp:revision>
  <dcterms:created xsi:type="dcterms:W3CDTF">2026-03-09T02:04:58Z</dcterms:created>
  <dcterms:modified xsi:type="dcterms:W3CDTF">2026-03-21T16:57:14Z</dcterms:modified>
</cp:coreProperties>
</file>